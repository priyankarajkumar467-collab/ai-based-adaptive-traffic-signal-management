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strument Sans Medium" panose="020B0604020202020204" charset="0"/>
      <p:regular r:id="rId13"/>
    </p:embeddedFont>
    <p:embeddedFont>
      <p:font typeface="Instrument Sans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211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AI-Based Adaptive Traffic Signal Management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AI-Powered Traffic Optimization for Busy Intersections — Oppanakara Street, Coimbatore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4688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Problem at Oppanakara Street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97386"/>
            <a:ext cx="1004962" cy="6211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2897386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Peak-hour congestion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02670" y="3601343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Frequent vehicle queues reduce throughput on this key commercial corridor.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897386"/>
            <a:ext cx="1004962" cy="6211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2897386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Long waiting times &amp; idling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604330" y="3601343"/>
            <a:ext cx="2224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Fixed timings cause unnecessary idle time and driver frustration.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897386"/>
            <a:ext cx="1004962" cy="6211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2897386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Uneven traffic flow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05990" y="3306068"/>
            <a:ext cx="222423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Lane-wise demand fluctuates rapidly; static schedules misallocate green time.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0410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Adaptive Traffic Signals?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84906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Traditional Fixed Signal Control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333353"/>
            <a:ext cx="520379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Pre-set cycles based on historical assumptions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Poor responsiveness to sudden demand changes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Inefficient during off-peak and surge events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84906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AI-Based Adaptive Signal Control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3333353"/>
            <a:ext cx="520379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Responds to real-time observations at the intersection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Dynamically reallocates green-time by demand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Seeks to minimize waiting and smooth flow, lane-wise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465147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Adaptive control prioritizes live traffic patterns at Oppanakara Street rather than fixed schedules.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1765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Objectives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2368153"/>
            <a:ext cx="3496877" cy="1391543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255716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Monitor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2965847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Continuously capture traffic conditions at Oppanakara Street.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368153"/>
            <a:ext cx="3496877" cy="1391543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7" name="Text 5"/>
          <p:cNvSpPr/>
          <p:nvPr/>
        </p:nvSpPr>
        <p:spPr>
          <a:xfrm>
            <a:off x="4536366" y="255716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Detect &amp; Classify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2965847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Identify vehicles, bikes, buses and lane distribution in real time.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368153"/>
            <a:ext cx="3496877" cy="1391543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10" name="Text 8"/>
          <p:cNvSpPr/>
          <p:nvPr/>
        </p:nvSpPr>
        <p:spPr>
          <a:xfrm>
            <a:off x="8222251" y="255716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Analyze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2965847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Estimate density, queue lengths, and directional flow.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948708"/>
            <a:ext cx="5339820" cy="1391543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13" name="Text 11"/>
          <p:cNvSpPr/>
          <p:nvPr/>
        </p:nvSpPr>
        <p:spPr>
          <a:xfrm>
            <a:off x="850482" y="413772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Adapt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0482" y="4546402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Dynamically adjust signal timing to current demand to reduce waiting.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3948708"/>
            <a:ext cx="5339820" cy="1391543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16" name="Text 14"/>
          <p:cNvSpPr/>
          <p:nvPr/>
        </p:nvSpPr>
        <p:spPr>
          <a:xfrm>
            <a:off x="6379308" y="413772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Optimize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79308" y="4546402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Improve movement efficiency while maintaining safety for all road users.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446139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Proposed AI-Based Solution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3202087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 on-site sensing and AI processing pipeline observes traffic at Oppanakara Street, classifies vehicles and estimates lane-wise demand, then issues adaptive timing commands to the signal controller to better match green allocation with instantaneous demand.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904"/>
            <a:ext cx="10868745" cy="4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How the System Works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253530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5020337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Estimate Flow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944331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Classify &amp; Analyze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879194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Detect Vehicles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803188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Observe Traffic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070501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step runs continuously with short latency to ensure signals react to current conditions rather than historical plans.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75582"/>
            <a:ext cx="4070744" cy="23067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9726" y="1713905"/>
            <a:ext cx="6336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Vehicle Detection &amp; Traffic Analysis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199726" y="2375396"/>
            <a:ext cx="6336745" cy="201275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Vehicle detection: bounding boxes and tracking for count and queue length.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Classification: differentiate two-wheelers, cars, buses, and commercial vehicles.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Lane-wise estimation: per-lane density and directional flow.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Temporal analysis: short-term demand trends to avoid oscillation.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199726" y="4558209"/>
            <a:ext cx="6336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Accurate detection and lane-level awareness are prerequisites for safe, effective adaptive timing at Oppanakara Street.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231205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Adaptive Signal Management — Oppanakara Street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5233360" y="2459633"/>
            <a:ext cx="3053877" cy="2047180"/>
          </a:xfrm>
          <a:prstGeom prst="roundRect">
            <a:avLst>
              <a:gd name="adj" fmla="val 8310"/>
            </a:avLst>
          </a:prstGeom>
          <a:solidFill>
            <a:srgbClr val="FFFFFF"/>
          </a:solidFill>
          <a:ln w="25399">
            <a:solidFill>
              <a:srgbClr val="B4CC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47767" y="2674045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High demand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47767" y="3082727"/>
            <a:ext cx="26250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increases green allocation for congested approaches to clear queues efficiently.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459633"/>
            <a:ext cx="3053976" cy="2047180"/>
          </a:xfrm>
          <a:prstGeom prst="roundRect">
            <a:avLst>
              <a:gd name="adj" fmla="val 8310"/>
            </a:avLst>
          </a:prstGeom>
          <a:solidFill>
            <a:srgbClr val="FFFFFF"/>
          </a:solidFill>
          <a:ln w="25399">
            <a:solidFill>
              <a:srgbClr val="B4CC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90651" y="2674045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Low demand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90651" y="3082727"/>
            <a:ext cx="2625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reduces unnecessary green time, minimizing idle signal phases and delays for cross traffic.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233360" y="471943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Operations remain governed by safety constraints and pedestrian crossing requirements; the system optimizes within those limits for Oppanakara Street.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45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Expected Impact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401961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01622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Lower waiting times (expected)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424906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More responsive green-time allocation reduces average queue durations at peak periods.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1401961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01622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Reduced congestion (expected)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424906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Improved throughput during variable demand periods along Oppanakara Street.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407767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022030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Reduced unnecessary idling (expected)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4430713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Less idle time at signals lowers fuel waste and local emissions.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3915" y="3407767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022030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Better utilization of green time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4430713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Green phases aligned with actual traffic patterns and lane demand.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61475" y="5248176"/>
            <a:ext cx="10868745" cy="1058366"/>
          </a:xfrm>
          <a:prstGeom prst="roundRect">
            <a:avLst>
              <a:gd name="adj" fmla="val 16074"/>
            </a:avLst>
          </a:prstGeom>
          <a:solidFill>
            <a:srgbClr val="CEE6FD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482" y="5515868"/>
            <a:ext cx="236234" cy="1890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75723" y="5484416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These are expected outcomes conditional on correct sensing, model performance, and safe signal actuation. No measured values are asserted here.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83022"/>
            <a:ext cx="6296860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Future Scope &amp; Conclusion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33360" y="1606054"/>
            <a:ext cx="292152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33360" y="2079923"/>
            <a:ext cx="2921522" cy="4030861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short-term traffic prediction to anticipate surges.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Advanced AI decision strategies incorporating pedestrian and transit priority.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Integration of additional sensor inputs (e.g., IoT detectors, signalized bus priority) for richer context.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Continuous model refinement from on-site data at Oppanakara Street.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5048" y="1606054"/>
            <a:ext cx="292152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15048" y="2079923"/>
            <a:ext cx="2921522" cy="3248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AI-based adaptive signal management offers a practical, responsive approach to reduce congestion and waiting at Oppanakara Street. With careful implementation—robust sensing, validated models, and safety-first signal control—the project can make intersection operation more efficient and better aligned with real traffic demand.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599</Words>
  <Application>Microsoft Office PowerPoint</Application>
  <PresentationFormat>Widescreen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Instrument Sans SemiBold</vt:lpstr>
      <vt:lpstr>Arial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Priyanka Raj Kumar</cp:lastModifiedBy>
  <cp:revision>2</cp:revision>
  <dcterms:created xsi:type="dcterms:W3CDTF">2026-08-27T06:41:55Z</dcterms:created>
  <dcterms:modified xsi:type="dcterms:W3CDTF">2026-08-27T06:54:49Z</dcterms:modified>
</cp:coreProperties>
</file>